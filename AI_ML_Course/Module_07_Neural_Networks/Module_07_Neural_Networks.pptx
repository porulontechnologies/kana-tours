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188720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82296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Shape 1"/>
          <p:cNvSpPr/>
          <p:nvPr/>
        </p:nvSpPr>
        <p:spPr>
          <a:xfrm>
            <a:off x="6583680" y="64008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Shape 2"/>
          <p:cNvSpPr/>
          <p:nvPr/>
        </p:nvSpPr>
        <p:spPr>
          <a:xfrm>
            <a:off x="2926080" y="155448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0" y="1371600"/>
            <a:ext cx="118872" cy="11887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Learn Like the Human Brain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Neural Network?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Human Brain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layers of "neurons" (math functions) connected together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4A6C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69748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24688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9184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697480"/>
            <a:ext cx="320040" cy="320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852160" y="24688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00D4A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85216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947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703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Team of Workers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325880" y="4114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team of workers -- each person does a small job, together they solve complex problems.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counts colors, another spots edges, another recognizes shapes. Together? They see a face!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Neural Networks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37160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 receives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(numbers)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7830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3716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2044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04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weights,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bias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371600"/>
            <a:ext cx="594360" cy="59436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1" name="Text 17"/>
          <p:cNvSpPr/>
          <p:nvPr/>
        </p:nvSpPr>
        <p:spPr>
          <a:xfrm>
            <a:off x="71780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4008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&amp; output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2971800"/>
            <a:ext cx="5029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2971800"/>
            <a:ext cx="64008" cy="9601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Making a Decision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23444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 pros and cons, then decide yes or no!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669280" y="2971800"/>
            <a:ext cx="3017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669280" y="2971800"/>
            <a:ext cx="64008" cy="9601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0896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465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4652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weights until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produced!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learns by making mistakes and adjusting -- just like us!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Layers Explained Simply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numbers, words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0574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1887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204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52044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= more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patterns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5740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1887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7160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answer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008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prediction,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49040"/>
            <a:ext cx="594360" cy="5943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600200" y="3611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= Many Hidden Layers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160020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neural network might have 1-2 hidden layers. A deep network can have hundreds!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layers, the more abstract and complex the patterns it can detect.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Deep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9144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= Neural Networks with MANY layers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"deep"? Because of the depth -- many hidden layers stacked on top of each 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5603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language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23774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237744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5603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faces, objects,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in photos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23774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37744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5603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road, makes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decisions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the technology behind the AI revolution we see today!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Neural Networks?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86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Neural Networks When...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LOTS of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(thousands+ examples)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complex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(images, language, speech)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algorithms aren't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00600" y="118872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800600" y="1188720"/>
            <a:ext cx="388620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5" name="Text 10"/>
          <p:cNvSpPr/>
          <p:nvPr/>
        </p:nvSpPr>
        <p:spPr>
          <a:xfrm>
            <a:off x="49834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When...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202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1874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small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than a few hundred)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560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simple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basic yes/no rules)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0040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2356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explain WHY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made a decision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3" name="Text 15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powerful but not always the right tool. Use the simplest solution that works!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Neural Networks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Faces, objects, medical scans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translation, writing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voice assistants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29718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7160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 game AI opponents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29718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632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52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Midjourney, Stable Diffusion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29718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632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Autopilot, Waymo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behind almost every "smart" technology you use daily!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Types of Neural Networks Exist?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96596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2606040"/>
            <a:ext cx="1600200" cy="3200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017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eyes -- spots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patterns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6060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697480" y="2606040"/>
            <a:ext cx="16002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269748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SEQUENCES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06040" y="3017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memory -- remembers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inputs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0916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09160" y="1188720"/>
            <a:ext cx="1965960" cy="54864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892040" y="2514600"/>
            <a:ext cx="1600200" cy="3200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Text 20"/>
          <p:cNvSpPr/>
          <p:nvPr/>
        </p:nvSpPr>
        <p:spPr>
          <a:xfrm>
            <a:off x="489204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LANGUAGE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0060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ChatGPT,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GPT-4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90372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7160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516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9951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086600" y="2606040"/>
            <a:ext cx="1600200" cy="32004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3" name="Text 27"/>
          <p:cNvSpPr/>
          <p:nvPr/>
        </p:nvSpPr>
        <p:spPr>
          <a:xfrm>
            <a:off x="708660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content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95160" y="3017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new images,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videos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architectures for different tasks -- no single network does everything!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inspired by the human brain -- layers of connected neurons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33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019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 receives inputs, processes them with weights, and passes the output forward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1518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1518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= neural networks with many hidden layers for complex problems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2841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1985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2841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neural networks when you have lots of data and complex patterns to find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3308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4164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(CNN, RNN, Transformer, GAN) are designed for different tasks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8, we'll explore: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understand, interpret, and generate human language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Neural Networks &amp; Deep Learning</dc:title>
  <dc:subject>PptxGenJS Presentation</dc:subject>
  <dc:creator>AI &amp; ML Course</dc:creator>
  <cp:lastModifiedBy>AI &amp; ML Course</cp:lastModifiedBy>
  <cp:revision>1</cp:revision>
  <dcterms:created xsi:type="dcterms:W3CDTF">2026-03-18T07:36:12Z</dcterms:created>
  <dcterms:modified xsi:type="dcterms:W3CDTF">2026-03-18T07:36:12Z</dcterms:modified>
</cp:coreProperties>
</file>