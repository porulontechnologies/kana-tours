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Language Processing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Computers to Understand Human Language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Natural Language Processing?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0058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= Teaching computers to read, understand, and generate human language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speak in numbers — NLP bridges the gap between human words and computer numbers.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2606040"/>
            <a:ext cx="594360" cy="594360"/>
          </a:xfrm>
          <a:prstGeom prst="ellipse">
            <a:avLst/>
          </a:prstGeom>
          <a:solidFill>
            <a:srgbClr val="4A6CF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2715768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Conversing with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natural language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246888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60520" y="2606040"/>
            <a:ext cx="594360" cy="594360"/>
          </a:xfrm>
          <a:prstGeom prst="ellipse">
            <a:avLst/>
          </a:prstGeom>
          <a:solidFill>
            <a:srgbClr val="4A6CF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271576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29000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between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languages instantly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246888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49440" y="2606040"/>
            <a:ext cx="594360" cy="594360"/>
          </a:xfrm>
          <a:prstGeom prst="ellipse">
            <a:avLst/>
          </a:prstGeom>
          <a:solidFill>
            <a:srgbClr val="4A6CF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271576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/ Alexa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17920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"NLP makes human language computable — turning words into data computers can process"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NLP Work? (The Pipeline)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01168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640080" cy="64008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text into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or pieces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288" y="1965960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14600" y="123444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1234440"/>
            <a:ext cx="201168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3" name="Shape 10"/>
          <p:cNvSpPr/>
          <p:nvPr/>
        </p:nvSpPr>
        <p:spPr>
          <a:xfrm>
            <a:off x="3154680" y="1463040"/>
            <a:ext cx="640080" cy="6400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4" name="Text 11"/>
          <p:cNvSpPr/>
          <p:nvPr/>
        </p:nvSpPr>
        <p:spPr>
          <a:xfrm>
            <a:off x="31546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26060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60604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numbers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965960"/>
            <a:ext cx="228600" cy="228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54880" y="123444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54880" y="123444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6"/>
          <p:cNvSpPr/>
          <p:nvPr/>
        </p:nvSpPr>
        <p:spPr>
          <a:xfrm>
            <a:off x="5394960" y="146304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7"/>
          <p:cNvSpPr/>
          <p:nvPr/>
        </p:nvSpPr>
        <p:spPr>
          <a:xfrm>
            <a:off x="53949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484632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84632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meaning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context</a:t>
            </a:r>
            <a:endParaRPr lang="en-US" sz="11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965960"/>
            <a:ext cx="228600" cy="2286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995160" y="123444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95160" y="1234440"/>
            <a:ext cx="201168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7" name="Shape 22"/>
          <p:cNvSpPr/>
          <p:nvPr/>
        </p:nvSpPr>
        <p:spPr>
          <a:xfrm>
            <a:off x="7635240" y="1463040"/>
            <a:ext cx="640080" cy="640080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28" name="Text 23"/>
          <p:cNvSpPr/>
          <p:nvPr/>
        </p:nvSpPr>
        <p:spPr>
          <a:xfrm>
            <a:off x="76352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70866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708660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classify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57200" y="3383280"/>
            <a:ext cx="64008" cy="137160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20440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371600" y="3474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"I love this movie!"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1371600" y="39776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["I", "love", "this", "movie", "!"] </a:t>
            </a:r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[0.23, 0.87, 0.12, 0.65, 0.91] </a:t>
            </a:r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context </a:t>
            </a:r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POSITIVE ✅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NLP Tasks Explained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review positive or negative?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6052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names, places, and dates in text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94944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documents by topic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8346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0175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089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371600" y="3291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→ Spanish, French → Chinese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8346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30175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1089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160520" y="3291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writing text from prompts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28346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30175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089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949440" y="3291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answers from documents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Should You Use NLP?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621792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Text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23444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your data is words, sentences, or documents rather than numbers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01952"/>
            <a:ext cx="64008" cy="6217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47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Language Tasks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94767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emails, routing support tickets, tagging content automatically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15184"/>
            <a:ext cx="64008" cy="621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60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66090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thousands of reviews, surveys, or social media comments at scale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28416"/>
            <a:ext cx="64008" cy="621792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74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Chatbots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337413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conversational AI for customer service, FAQ, or virtual assistants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41648"/>
            <a:ext cx="64008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87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408736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spam, hate speech, or inappropriate content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NLP Used Today?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automation, 24/7 support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52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compose, spam filtering, priority sorting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4944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you really mean when you search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8803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06324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546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371600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moderation, trend detection, sentiment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8803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306324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1546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160520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analysis, clinical notes processing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28803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306324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5468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949440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analysis, legal document review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NLP Technologies Power Today's AI?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01168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1737360" cy="2743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AS NUMBERS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becomes a list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that capture its meaning.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"King" and "Queen" are close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number-space.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23444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234440"/>
            <a:ext cx="201168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1783080"/>
            <a:ext cx="1737360" cy="274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51760" y="2194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behind ChatGPT.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all words at once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one by one) using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"attention" mechanism.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3444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Models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92040" y="1783080"/>
            <a:ext cx="173736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92040" y="2194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Pre-trained Transformers.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massive text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and 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language.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123444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95160" y="1234440"/>
            <a:ext cx="201168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32320" y="1783080"/>
            <a:ext cx="1737360" cy="27432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CONTEXT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32320" y="2194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text both left-to-right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right-to-left.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context better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one-direction models.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architecture (2017) revolutionized NLP — it's behind ChatGPT, BERT, and modern AI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ChatGPT Works (Simply)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01168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640080" cy="64008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TRAINING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billions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documents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websites, articles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288" y="1965960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14600" y="123444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1234440"/>
            <a:ext cx="201168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3" name="Shape 10"/>
          <p:cNvSpPr/>
          <p:nvPr/>
        </p:nvSpPr>
        <p:spPr>
          <a:xfrm>
            <a:off x="3154680" y="1463040"/>
            <a:ext cx="640080" cy="6400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4" name="Text 11"/>
          <p:cNvSpPr/>
          <p:nvPr/>
        </p:nvSpPr>
        <p:spPr>
          <a:xfrm>
            <a:off x="31546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256032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WORD PREDICTION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560320" y="2468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to predict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word comes next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any sentence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965960"/>
            <a:ext cx="228600" cy="228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54880" y="123444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54880" y="123444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6"/>
          <p:cNvSpPr/>
          <p:nvPr/>
        </p:nvSpPr>
        <p:spPr>
          <a:xfrm>
            <a:off x="5394960" y="146304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7"/>
          <p:cNvSpPr/>
          <p:nvPr/>
        </p:nvSpPr>
        <p:spPr>
          <a:xfrm>
            <a:off x="53949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480060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00600" y="2468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which words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to each other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whole text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965960"/>
            <a:ext cx="228600" cy="2286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995160" y="123444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95160" y="1234440"/>
            <a:ext cx="201168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7" name="Shape 22"/>
          <p:cNvSpPr/>
          <p:nvPr/>
        </p:nvSpPr>
        <p:spPr>
          <a:xfrm>
            <a:off x="7635240" y="1463040"/>
            <a:ext cx="640080" cy="640080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28" name="Text 23"/>
          <p:cNvSpPr/>
          <p:nvPr/>
        </p:nvSpPr>
        <p:spPr>
          <a:xfrm>
            <a:off x="76352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704088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040880" y="2468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with human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to be helpful,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harmless, and honest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57200" y="3383280"/>
            <a:ext cx="64008" cy="137160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20440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371600" y="3474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1371600" y="39319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doesn't actually "think" — </a:t>
            </a:r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what text comes next, really well. </a:t>
            </a:r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autocomplete on steroids! </a:t>
            </a:r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"The cat sat on the...", it predicts "mat" because that pattern appeared millions of times in its training data.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34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bridges the gap between human language and computer numbers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4767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911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4767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pipeline: Tokenize → Embed → Understand → Respond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660904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6090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tasks: sentiment analysis, translation, text generation, Q&amp;A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374136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6557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374136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revolutionized NLP — they power ChatGPT and BERT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4087368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78808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08736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predicts the next word extremely well — it doesn't truly "think"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9, we'll learn: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— Teaching Computers to See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hands-on exercises that come with this module!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8: Natural Language Processing</dc:title>
  <dc:subject>PptxGenJS Presentation</dc:subject>
  <dc:creator>AI &amp; ML Course</dc:creator>
  <cp:lastModifiedBy>AI &amp; ML Course</cp:lastModifiedBy>
  <cp:revision>1</cp:revision>
  <dcterms:created xsi:type="dcterms:W3CDTF">2026-03-18T07:36:18Z</dcterms:created>
  <dcterms:modified xsi:type="dcterms:W3CDTF">2026-03-18T07:36:18Z</dcterms:modified>
</cp:coreProperties>
</file>