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Sort and Decide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Classification?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= Putting things into categories or groups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learns what each category looks like from labeled examples, then sorts new items.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sorting mail: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80360"/>
            <a:ext cx="256032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from friends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family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288036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2880360"/>
            <a:ext cx="256032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3"/>
          <p:cNvSpPr/>
          <p:nvPr/>
        </p:nvSpPr>
        <p:spPr>
          <a:xfrm>
            <a:off x="34290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2900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contracts,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288036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2880360"/>
            <a:ext cx="256032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179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mail, ads,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offers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learns patterns from examples, then classifies new items automatically!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Classification 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computer labeled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1000 spam and 1000 non-spam emails)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87452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2344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23444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41732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7472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finds rules that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categories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745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2344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0" name="Shape 16"/>
          <p:cNvSpPr/>
          <p:nvPr/>
        </p:nvSpPr>
        <p:spPr>
          <a:xfrm>
            <a:off x="7178040" y="141732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1" name="Text 17"/>
          <p:cNvSpPr/>
          <p:nvPr/>
        </p:nvSpPr>
        <p:spPr>
          <a:xfrm>
            <a:off x="7178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35508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3550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is sorted into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automatically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29184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291840"/>
            <a:ext cx="64008" cy="14630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3152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choices: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Yes /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Spam / Not Spam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/ Fail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00600" y="329184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800600" y="3291840"/>
            <a:ext cx="64008" cy="1463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6"/>
          <p:cNvSpPr/>
          <p:nvPr/>
        </p:nvSpPr>
        <p:spPr>
          <a:xfrm>
            <a:off x="507492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5074920" y="3703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choices: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 / Dog / Bird / Fish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Happy / Sad / Angry / Neutral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/ B / C / D / F (grades)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 Classification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44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flowchart of Yes/No questions.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raining? Yes -&gt; Bring umbrella.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-&gt; Check temperature..."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2344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234440"/>
            <a:ext cx="64008" cy="141732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344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most similar examples nearby.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5 closest neighbors are cats,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you're probably a cat too!"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880360"/>
            <a:ext cx="64008" cy="14173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990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580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name, it classifies!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line to separate categories.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binary yes/no decisions.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288036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880360"/>
            <a:ext cx="64008" cy="1417320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175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990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 vote together.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asking 100 experts and going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majority opinion.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You Use Classification?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Classification WHEN...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83080"/>
            <a:ext cx="64008" cy="8229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424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 is a CATEGORY, not a number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2194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a cat or a dog?" not "How much does it cost?"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743200"/>
            <a:ext cx="64008" cy="8229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4436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88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LABELED training data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154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where you already know the correct answer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" y="3703320"/>
            <a:ext cx="64008" cy="8229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0448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749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DECIDE between discrete options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4114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Approve/Reject, Positive/Negative, Type A/B/C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Classification = categories | Regression = numbers (Module 5)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Classification Used?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or Not Spam?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371600"/>
            <a:ext cx="640080" cy="64008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or Healthy?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0" y="1371600"/>
            <a:ext cx="640080" cy="64008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63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Negative review?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371600" y="2971800"/>
            <a:ext cx="640080" cy="64008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063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vs Dog vs Bird?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28346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160520" y="2971800"/>
            <a:ext cx="640080" cy="64008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06324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2900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 Fraud?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2834640"/>
            <a:ext cx="2560320" cy="1371600"/>
          </a:xfrm>
          <a:prstGeom prst="rect">
            <a:avLst/>
          </a:prstGeom>
          <a:solidFill>
            <a:srgbClr val="4A6C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2179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Many More!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217920" y="3429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prediction,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handwriting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recognition...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3" name="Text 26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one of the most widely used ML techniques in the real world!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Metrics Measure Success?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7548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713232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predictions that are correct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/ Total predictions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7548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71323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are actually correct?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4871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said it's spam — am I right?"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7548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1272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did we find?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3101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all real spam, how much did I catch?"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188720"/>
            <a:ext cx="32004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1188720"/>
            <a:ext cx="320040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prediction outcomes: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19659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75320" y="19659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06440" y="2560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06440" y="31546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40880" y="2560320"/>
            <a:ext cx="1234440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2560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(Correct!)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75320" y="2560320"/>
            <a:ext cx="12344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2560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(Missed!)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3154680"/>
            <a:ext cx="12344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31546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(False alarm!)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75320" y="3154680"/>
            <a:ext cx="1234440" cy="5943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31546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(Correct!)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TP &amp; TN,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FP &amp; FN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 to Watch Out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527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4813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99% of emails are not spam and 1% are spam, a model that always says "not spam" gets 99% accuracy — but catches zero spam!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" y="17099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techniques like oversampling, undersampling, or weighted classes.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05740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14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350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memorizes the training data instead of learning general patterns. Works perfectly on training data, fails on new data.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51560" y="2578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and keep models simple.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926080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00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Diverse Training Data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32186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training data only has adult faces, the model may fail on children's faces.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51560" y="34472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diverse, representative data for all categories.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5876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False Negatives in Critical Apps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51560" y="40873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medical diagnosis, missing a disease (false negative) can be life-threatening!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051560" y="4315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critical applications, optimize for recall over precision.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88720"/>
            <a:ext cx="7315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teaches computers to sort items into categories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01368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01368"/>
            <a:ext cx="7315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= 2 classes, Multi-class = many classes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414016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414016"/>
            <a:ext cx="7315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KNN, Logistic Regression, and Random Forest are popular algorithms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026664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9981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026664"/>
            <a:ext cx="7315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 — watch for imbalanced data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639312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1246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639312"/>
            <a:ext cx="7315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(how correct are positives) and Recall (how many positives found) both matter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4251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2511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43000" y="4251960"/>
            <a:ext cx="7315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your model on data it has never seen before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7, we'll explore: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— How Computers Mimic the Brain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Classification</dc:title>
  <dc:subject>PptxGenJS Presentation</dc:subject>
  <dc:creator>AI &amp; ML Course</dc:creator>
  <cp:lastModifiedBy>AI &amp; ML Course</cp:lastModifiedBy>
  <cp:revision>1</cp:revision>
  <dcterms:created xsi:type="dcterms:W3CDTF">2026-03-18T07:36:07Z</dcterms:created>
  <dcterms:modified xsi:type="dcterms:W3CDTF">2026-03-18T07:36:07Z</dcterms:modified>
</cp:coreProperties>
</file>