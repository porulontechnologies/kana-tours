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See and Understand Images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Computer Vision?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Teaching computers to "see" and interpret images/videos like humans 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AI that gives machines the ability to extract meaningful information from visual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256032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517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See Objects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a cat, a tree,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 instantly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24688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2468880"/>
            <a:ext cx="256032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651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See Pixels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numbers!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0-255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color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24688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2468880"/>
            <a:ext cx="2560320" cy="54864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517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Bridges the Gap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pixels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understanding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meaning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017520"/>
            <a:ext cx="228600" cy="228600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017520"/>
            <a:ext cx="228600" cy="228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 A camera captures pixels, but Computer Vision understands the picture!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Computer Vision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858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887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Grid of pixels  </a:t>
            </a:r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a number (0-255) representing color intensity. A 1080p image has over 2 million pixels!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05740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0" name="Shape 7"/>
          <p:cNvSpPr/>
          <p:nvPr/>
        </p:nvSpPr>
        <p:spPr>
          <a:xfrm>
            <a:off x="1417320" y="224028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EDGES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boundaries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shapes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697480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37560" y="2057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37560" y="205740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7" name="Shape 13"/>
          <p:cNvSpPr/>
          <p:nvPr/>
        </p:nvSpPr>
        <p:spPr>
          <a:xfrm>
            <a:off x="4297680" y="224028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4"/>
          <p:cNvSpPr/>
          <p:nvPr/>
        </p:nvSpPr>
        <p:spPr>
          <a:xfrm>
            <a:off x="4297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5204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PATTERNS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2044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textures,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elements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697480"/>
            <a:ext cx="228600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17920" y="2057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205740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4" name="Shape 19"/>
          <p:cNvSpPr/>
          <p:nvPr/>
        </p:nvSpPr>
        <p:spPr>
          <a:xfrm>
            <a:off x="7178040" y="224028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5" name="Text 20"/>
          <p:cNvSpPr/>
          <p:nvPr/>
        </p:nvSpPr>
        <p:spPr>
          <a:xfrm>
            <a:off x="7178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400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OBJECTS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patterns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recognize what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present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977640"/>
            <a:ext cx="64008" cy="8229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80160" y="40233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CNNs (Convolutional Neural Networks)  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280160" y="43434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neural networks with "filters" that scan images for patterns, like a magnifying glass moving across a photo.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Computer Vision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this image?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cat or a dog?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38528"/>
            <a:ext cx="64008" cy="658368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1984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objects?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029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cars in this photo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688336"/>
            <a:ext cx="64008" cy="65836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734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801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person?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27797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phone with your face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438144"/>
            <a:ext cx="64008" cy="658368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4838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280160" y="3785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every object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0" y="3529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foreground from background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4187952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06824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8016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(Text Recognition)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280160" y="4535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text from images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29200" y="4279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documents, read signs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Computer Vision?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2801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Images / Video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have visual data that needs to be understood, classified, or searched through automatically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23444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234440"/>
            <a:ext cx="64008" cy="12801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Visual Inspection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500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in manufacturing: detect defective products on assembly lines without human fatigue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743200"/>
            <a:ext cx="64008" cy="12801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/ Object Recognition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people, products, animals, or specific objects in images for security, retail, or organization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74320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743200"/>
            <a:ext cx="64008" cy="12801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26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Analysis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1500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doctors by analyzing X-rays, MRIs, and CT scans to detect diseases earlier and more accurately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human needs to LOOK at something to make a decision, CV can likely help automate it!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Computer Vision Used Today?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Face Unlock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recognizes your face in milliseconds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Waymo detect roads, signs, pedestrians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X-Ray Analysis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4944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tumors, fractures, diseases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Cameras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 with person detection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292608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Quality Control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6052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defective products automatically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2926080"/>
            <a:ext cx="548640" cy="54864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175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2880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Filters &amp; Google Lens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49440" y="3246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 and visual search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is everywhere - you probably interact with it dozens of times every day!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Technologies Power Computer Vision?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08960" y="1234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— the main architecture for image recognition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38528"/>
            <a:ext cx="64008" cy="658368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984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10896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models pre-trained on millions of images — no need to start from scratch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88336"/>
            <a:ext cx="64008" cy="65836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734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108960" y="273405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Look Once" — real-time object detection at incredible speed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438144"/>
            <a:ext cx="64008" cy="658368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5701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3108960" y="348386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open-source computer vision library (Python/C++)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4187952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06824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233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108960" y="42336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VGG, EfficientNet — powerful models ready to use or fine-tune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Amazing Things CV Can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 from Text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Midjourney, Stable Diffusion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photorealistic images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descriptions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12344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1234440"/>
            <a:ext cx="2011680" cy="54864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17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5176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swapping technology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can create realistic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anyone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09160" y="12344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1234440"/>
            <a:ext cx="2011680" cy="54864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173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digital objects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world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your camera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03720" y="12344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03720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4173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Old Photos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4088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colorizes, denoises,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enhances old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photographs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Navigation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37160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use CV to detect lane markings, traffic signs, pedestrians, and other vehicles in real-time. This is one of the most complex applications of computer vision, combining multiple CV tasks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teaches machines to interpret images and videos like humans do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see pixels (numbers), not objects — CV converts pixels into understanding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are the key architecture: they use filters to scan images for patterns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tasks: Classification, Object Detection, Face Recognition, Segmentation, OCR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powers everyday tech: face unlock, self-driving cars, medical imaging, AR filters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10, we'll explore: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The Future of Artificial Intelligence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Computer Vision</dc:title>
  <dc:subject>PptxGenJS Presentation</dc:subject>
  <dc:creator>AI &amp; ML Course</dc:creator>
  <cp:lastModifiedBy>AI &amp; ML Course</cp:lastModifiedBy>
  <cp:revision>1</cp:revision>
  <dcterms:created xsi:type="dcterms:W3CDTF">2026-03-18T07:36:35Z</dcterms:created>
  <dcterms:modified xsi:type="dcterms:W3CDTF">2026-03-18T07:36:35Z</dcterms:modified>
</cp:coreProperties>
</file>