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54864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Artificial Intelligence?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Computers Smart — A Beginner's Journey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4206240"/>
            <a:ext cx="2743200" cy="36576"/>
          </a:xfrm>
          <a:prstGeom prst="rect">
            <a:avLst/>
          </a:prstGeom>
          <a:solidFill>
            <a:srgbClr val="00D4A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Artificial Intelligence?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64008" cy="100584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344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= Teaching computers to think and act like humans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teaching a child — you show examples, explain rules, and they learn!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60604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 / Alexa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your questions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46120" y="24688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6060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2900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movies you'll love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24688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6060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1792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fastest route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21" name="Text 16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is software that can learn, reason, and make decisions"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AI Work? (The Simple Version)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54864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Shape 4"/>
          <p:cNvSpPr/>
          <p:nvPr/>
        </p:nvSpPr>
        <p:spPr>
          <a:xfrm>
            <a:off x="1417320" y="1508760"/>
            <a:ext cx="640080" cy="64008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DATA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give the computer LOTS of examples to study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1965960"/>
            <a:ext cx="274320" cy="274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337560" y="128016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280160"/>
            <a:ext cx="265176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3" name="Shape 10"/>
          <p:cNvSpPr/>
          <p:nvPr/>
        </p:nvSpPr>
        <p:spPr>
          <a:xfrm>
            <a:off x="4297680" y="1508760"/>
            <a:ext cx="640080" cy="64008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4" name="Text 11"/>
          <p:cNvSpPr/>
          <p:nvPr/>
        </p:nvSpPr>
        <p:spPr>
          <a:xfrm>
            <a:off x="429768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52044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PATTERNS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52044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spots patterns and rules in the data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65960"/>
            <a:ext cx="274320" cy="2743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17920" y="128016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280160"/>
            <a:ext cx="2651760" cy="54864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20" name="Shape 16"/>
          <p:cNvSpPr/>
          <p:nvPr/>
        </p:nvSpPr>
        <p:spPr>
          <a:xfrm>
            <a:off x="7178040" y="1508760"/>
            <a:ext cx="640080" cy="640080"/>
          </a:xfrm>
          <a:prstGeom prst="ellipse">
            <a:avLst/>
          </a:prstGeom>
          <a:solidFill>
            <a:srgbClr val="E85D75"/>
          </a:solidFill>
          <a:ln/>
        </p:spPr>
      </p:sp>
      <p:sp>
        <p:nvSpPr>
          <p:cNvPr id="21" name="Text 17"/>
          <p:cNvSpPr/>
          <p:nvPr/>
        </p:nvSpPr>
        <p:spPr>
          <a:xfrm>
            <a:off x="717804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640080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PREDICTIONS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40080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those patterns to make smart decisions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57200" y="3383280"/>
            <a:ext cx="64008" cy="137160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66160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371600" y="35204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Analogy: Learning to Cook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1371600" y="39776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taste many dishes </a:t>
            </a:r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(data)  →  </a:t>
            </a:r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what spices work </a:t>
            </a:r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(patterns)  →  </a:t>
            </a:r>
            <a:pPr indent="0" marL="0">
              <a:buNone/>
            </a:pPr>
            <a:r>
              <a:rPr lang="en-US" sz="140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own recipes </a:t>
            </a:r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(predictions)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Did AI Start? A Brief Timeline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2468880"/>
            <a:ext cx="6949440" cy="0"/>
          </a:xfrm>
          <a:prstGeom prst="line">
            <a:avLst/>
          </a:prstGeom>
          <a:noFill/>
          <a:ln w="25400">
            <a:solidFill>
              <a:srgbClr val="4A6C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331720"/>
            <a:ext cx="274320" cy="27432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Turing asks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machines think?"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31720" y="2331720"/>
            <a:ext cx="274320" cy="27432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9" name="Text 7"/>
          <p:cNvSpPr/>
          <p:nvPr/>
        </p:nvSpPr>
        <p:spPr>
          <a:xfrm>
            <a:off x="1965960" y="2788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65960" y="310896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 "Artificial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Intelligence" is born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03320" y="2331720"/>
            <a:ext cx="274320" cy="27432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2801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16002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Deep Blue beats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chess champion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74920" y="2331720"/>
            <a:ext cx="274320" cy="27432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2788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310896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launches Siri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46520" y="2331720"/>
            <a:ext cx="274320" cy="27432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12801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80760" y="16002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 beats Go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champion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818120" y="2331720"/>
            <a:ext cx="274320" cy="27432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21" name="Text 19"/>
          <p:cNvSpPr/>
          <p:nvPr/>
        </p:nvSpPr>
        <p:spPr>
          <a:xfrm>
            <a:off x="7452360" y="2788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2022+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52360" y="310896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&amp; the 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revolution begins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9776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has been developing for 70+ years — it's not new, it's just getting really good!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is AI Used Today? (You Already Use It!)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71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1691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unlock, voice assistant, autocorrect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12344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41732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5087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1371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160520" y="1691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Recommendations, photo filters, spam detection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35040" y="12344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63640" y="141732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087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9440" y="1371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949440" y="1691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recommendations, price predictions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288036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306324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1546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017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371600" y="3337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detection, drug discovery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46120" y="288036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74720" y="306324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1546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60520" y="3017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160520" y="3337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navigation, self-driving cars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35040" y="288036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63640" y="306324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15468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9440" y="3017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949440" y="3337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Netflix/Spotify, video game AI opponents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Types of AI Exist?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2651760" cy="54864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AI (Weak AI)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2103120" cy="3200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THIS TODAY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at ONE specific task.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Siri, chess AI, spam filters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23444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234440"/>
            <a:ext cx="26517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AI (Strong AI)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11880" y="1965960"/>
            <a:ext cx="210312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EXIST YET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20440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do ANY task a human can.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Thinks, learns, and adapts like a person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23444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234440"/>
            <a:ext cx="265176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AI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92240" y="1965960"/>
            <a:ext cx="210312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FICTION (FOR NOW)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than all humans combined.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exists in movies and books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8229600" cy="7315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0690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AI today is Narrow AI — really good at one thing, but can't do everything.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vs Human Intelligence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8862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3886200" cy="54864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4173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51760" y="1417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FASTER at: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01168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 &amp; math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huge amounts of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tasks without errors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24/7 without breaks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00600" y="1234440"/>
            <a:ext cx="38862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1234440"/>
            <a:ext cx="388620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4173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29400" y="1417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are BETTER at: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74920" y="201168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 &amp; imagination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emotions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sense reasoning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to brand-new situations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TOOL that helps humans, not a replacement.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very powerful calculator for thinking tasks.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AI You Can Try Right Now!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658368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0759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80160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conversation with AI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0" y="1280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chat.openai.com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1938528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1938528"/>
            <a:ext cx="64008" cy="658368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1984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Lens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28016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your camera to identify objects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943600" y="20299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Google app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2688336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2688336"/>
            <a:ext cx="64008" cy="658368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07208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27340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280160" y="3035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any language instantly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943600" y="27797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translate.google.com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7200" y="3438144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7200" y="3438144"/>
            <a:ext cx="64008" cy="658368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557016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80160" y="34838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AI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280160" y="37856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designs with AI help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943600" y="35295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canva.com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57200" y="4187952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7200" y="4187952"/>
            <a:ext cx="64008" cy="658368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306824"/>
            <a:ext cx="411480" cy="4114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280160" y="4233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/ Midjourney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1280160" y="45354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images from text descriptions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5943600" y="4279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Text-to-image AI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2344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= Teaching computers to learn from data and make decisions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947672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911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947672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already part of your daily life (phone, social media, shopping)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2660904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52344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2660904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AI is Narrow — really good at specific tasks only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57200" y="3374136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65576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3374136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powerful tool, not magic and not a replacement for humans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" y="4087368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78808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4087368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be a scientist to understand and use AI!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64008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Next?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Module 2, we'll learn: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Machine Learning — The Engine That Powers AI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hands-on exercises that come with this module!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1: What is Artificial Intelligence?</dc:title>
  <dc:subject>PptxGenJS Presentation</dc:subject>
  <dc:creator>AI &amp; ML Course</dc:creator>
  <cp:lastModifiedBy>AI &amp; ML Course</cp:lastModifiedBy>
  <cp:revision>1</cp:revision>
  <dcterms:created xsi:type="dcterms:W3CDTF">2026-03-18T07:30:20Z</dcterms:created>
  <dcterms:modified xsi:type="dcterms:W3CDTF">2026-03-18T07:30:20Z</dcterms:modified>
</cp:coreProperties>
</file>